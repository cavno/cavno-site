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8686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spc="400" kern="0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古希腊哲学 · 核心二元对立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03504" y="1325880"/>
            <a:ext cx="6355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组核心概念二元对立去看古希腊哲学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3504" y="2286000"/>
            <a:ext cx="6355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2E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古希腊哲学核心概念二元对立总表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43584" y="2971800"/>
            <a:ext cx="5440680" cy="694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Μῦθος  VS  Λόγος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神话 — 理性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Φύσις  VS  Νόμος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自然 — 约定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Ἄπειρον  VS  Πέρας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无定 — 有限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Ἕν  VS  Πολλά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一 — 多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Ἐπιστήμη  VS  Δόξα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真理 — 意见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Νοεῖν  VS  Εἶναι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思维 — 存在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Ὄν  VS  Μὴ Ὄν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存在 — 非存在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Μορφή  VS  Ὕλη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形式 — 质料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Δύναμις  VS  Ἐνέργεια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潜能 — 现实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Καθ' ἕκαστον  VS  Καθόλου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个别 — 共相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Αἴσθησις  VS  Νοῦς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感性 — 理性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Φαινόμενον  VS  Οὐσία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现象 — 本体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Ἀνάγκη  VS  Προαίρεσις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必然 — 自由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Ἀρετή  VS  Ἡδονή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德性 — 快乐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Ψυχή  VS  Σῶμα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灵魂 — 肉体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</a:t>
            </a:r>
            <a:pPr algn="l" indent="0" marL="0">
              <a:buNone/>
            </a:pPr>
            <a:r>
              <a:rPr lang="en-US" sz="1200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Ἐποχή  VS  Αταραξία</a:t>
            </a:r>
            <a:pPr algn="l" indent="0" marL="0">
              <a:spcAft>
                <a:spcPts val="650"/>
              </a:spcAft>
              <a:buNone/>
            </a:pPr>
            <a:r>
              <a:rPr lang="en-US" sz="120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悬置判断 — 不动心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35624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7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古希腊哲学 · 核心二元对立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35624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03504" y="640080"/>
            <a:ext cx="6355080" cy="0"/>
          </a:xfrm>
          <a:prstGeom prst="line">
            <a:avLst/>
          </a:prstGeom>
          <a:noFill/>
          <a:ln w="9525">
            <a:solidFill>
              <a:srgbClr val="DCD3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841248"/>
            <a:ext cx="6355080" cy="928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80" dirty="0">
                <a:solidFill>
                  <a:srgbClr val="3C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用古希腊哲学核心概念二元对立的“骨架”，把整部古希腊哲学史压扁成一张X光片，看到的就是这16组对立在不同思想家身上反复显影、变形、嫁接。</a:t>
            </a:r>
            <a:endParaRPr lang="en-US" sz="10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C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下面把这16组当成16把钥匙，按古希腊哲学</a:t>
            </a:r>
            <a:pPr algn="l"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实际发生的历史顺序</a:t>
            </a:r>
            <a:pPr algn="l" indent="0" marL="0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080" dirty="0">
                <a:solidFill>
                  <a:srgbClr val="3C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重新编组，把讲义里那些人名和学派串成一条线。</a:t>
            </a:r>
            <a:endParaRPr lang="en-US" sz="1080" dirty="0"/>
          </a:p>
          <a:p>
            <a:pPr algn="l" indent="0" marL="0">
              <a:lnSpc>
                <a:spcPct val="118000"/>
              </a:lnSpc>
              <a:spcBef>
                <a:spcPts val="1200"/>
              </a:spcBef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一、起点：哲学是怎么诞生的（对立 1—2）</a:t>
            </a:r>
            <a:endParaRPr lang="en-US" sz="108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1：Μῦθος vs Λόγος（神话 — 理性）</a:t>
            </a:r>
            <a:endParaRPr lang="en-US" sz="10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哲学得以存在的那一刀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在泰勒斯之前，希腊人解释世界靠的是Mythos——荷马、赫西俄德的故事：宙斯发怒于是打雷，海神波塞冬不爽于是地震。Mythos的特征是叙事性、人格化、不可追问（你不能问“为什么宙斯会发怒”，神就是这样）。</a:t>
            </a:r>
            <a:endParaRPr lang="en-US" sz="10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公元前6世纪，米利都的泰勒斯说了一句很怪的话：“万物的本原是水。”这句话本身对不对不重要，重要的是它的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了：它不再讲故事，而是给出一个可以被讨论、反驳、修改的命题。阿那克西曼德接着说“不对，是阿派朗”，阿那克西美尼又说“是气”——师徒三代彼此反驳，这就是Logos：可言说、可论证、可追问的理性。</a:t>
            </a:r>
            <a:endParaRPr lang="en-US" sz="10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讲义里那句“从神创世界转向自然本原的理性追问”，本质上说的就是这一组对立。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整个古希腊哲学就是Logos一步步从Mythos里挣脱出来的过程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08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2：Φύσις vs Νόμος（自然 — 约定）</a:t>
            </a:r>
            <a:endParaRPr lang="en-US" sz="108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但Logos的胜利留下了一个新问题：如果可以用Logos追问自然（Physis），那为什么不能追问人类社会的规则（Nomos）？</a:t>
            </a:r>
            <a:endParaRPr lang="en-US" sz="10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智者派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突破。普罗泰戈拉发现：希腊各城邦的法律、习俗、道德彼此不同——斯巴达觉得偷东西没问题，雅典觉得不行；波斯人觉得乱伦正常，希腊人觉得是禁忌。那么道德到底是Physis（自然本有的、放之四海皆准）还是Nomos（人为约定、随时可改）？</a:t>
            </a:r>
            <a:endParaRPr lang="en-US" sz="108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智者派的答案是后者，于是导出“人是万物的尺度”。色拉叙马霍斯更激进：“正义就是强者的利益”——所谓的“公平”只是强者立的规矩。</a:t>
            </a:r>
            <a:endParaRPr lang="en-US" sz="108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这一组对立直接催生了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苏格拉底转向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。苏格拉底之所以要去街头辩论“什么是正义”“什么是勇敢”，就是要回击智者派——他试图证明，德性虽然不在自然现象里，但仍然有Logos可以把握的客观结构。</a:t>
            </a:r>
            <a:endParaRPr lang="en-US" sz="10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古希腊哲学 · 核心二元对立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35624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03504" y="640080"/>
            <a:ext cx="6355080" cy="0"/>
          </a:xfrm>
          <a:prstGeom prst="line">
            <a:avLst/>
          </a:prstGeom>
          <a:noFill/>
          <a:ln w="9525">
            <a:solidFill>
              <a:srgbClr val="DCD3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841248"/>
            <a:ext cx="6355080" cy="928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二、宇宙论的核心问题：找“那个东西”（对立 3—4）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3：Ἄπειρον vs Πέρας（无定 — 有限）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米利都学派一动手就遇到一个麻烦。泰勒斯说本原是水，但水是“有形”的，是有限的——如果它是有限的，那它之外是什么？阿那克西曼德立刻看出这个漏洞，提出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Apeiron（阿派朗，无定形/无限者）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：本原必须是无限、无规定、无属性的，否则就不能生出有限多样的万物。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但这又走到另一个极端：完全无规定的东西怎么生出有规定的东西？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毕达哥拉斯学派给出了革命性回答：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Peras（有限/界限/比例）才是世界之所以有秩序的关键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。无定形的东西要“被数限定”，才成为可认识的事物。一根弦本身是连续的（无定），但当弦长按1:2、2:3、3:4的比例划分时，就产生了八度、五度、四度——和谐由此诞生。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这一组的底层原理是：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秩序 = 给无定形加上限定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。这个直觉后来变成柏拉图的“理念赋予感性世界以形式”，再变成亚里士多德的“形式作用于质料”。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4：Ἕν vs Πολλά（一 — 多）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这是古希腊形而上学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最核心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的问题。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你看到的世界是“多”：千万种事物、千万种变化。但理性追问“本原”时，本原必须是“一”——否则它就不是终极的，因为还要追问这“多”背后的“一”。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讲义里每一个前苏格拉底哲学家其实都在回答同一个问题：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一与多如何兼容？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泰勒斯：水（一）→ 万物（多），但没解释“怎么”变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阿那克西美尼：气（一）通过稀散/凝聚（机制）→ 万物（多）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赫拉克利特：火（一）按逻各斯燃烧/熄灭 → 万物（多），但“一”本身就是流变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毕达哥拉斯：数（一）通过比例 → 万物（多）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巴门尼德：只有“一”是真的，“多”是假象——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直接砍掉一边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恩培多克勒：四根（多元的“一”群）+ 爱与争（机制）→ 万物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阿那克萨戈拉：无限种子（多元）+ 努斯（一个统一的推动者）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原子论：无限原子（多）+ 虚空 → 万物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整个前苏格拉底的演化，就是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“一与多”这道题的不同解法的竞赛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古希腊哲学 · 核心二元对立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35624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03504" y="640080"/>
            <a:ext cx="6355080" cy="0"/>
          </a:xfrm>
          <a:prstGeom prst="line">
            <a:avLst/>
          </a:prstGeom>
          <a:noFill/>
          <a:ln w="9525">
            <a:solidFill>
              <a:srgbClr val="DCD3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841248"/>
            <a:ext cx="6355080" cy="928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三、巴门尼德冲击：哲学进入“存在论”主场（对立 5—7）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080" dirty="0">
                <a:solidFill>
                  <a:srgbClr val="3C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巴门尼德是讲义里最该认真对待的人。他几乎以一己之力，把希腊哲学从“宇宙论”推到“本体论/存在论”。他的整个体系建立在三组对立上：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5：Ἐπιστήμη vs Δόξα（真理 — 意见）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巴门尼德的诗分两条路：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真理之路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（Aletheia/Episteme）与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意见之路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（Doxa）。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感官告诉你万物在变化、生灭、运动——这是Doxa，意见，假象。理性告诉你：存在者存在，非存在者不存在——这是Episteme，真理。两者不在同一个层级。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这是西方哲学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第一次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严格区分“看上去如何”和“实际如何”。柏拉图后来的整个理念论，本质上就是把这条区分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做大、做实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：可见世界是Doxa，可知世界（理念）是Episteme。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6：Νοεῖν vs Εἶναι（思维 — 存在）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巴门尼德有一句残篇，海德格尔后来花了一辈子去琢磨：“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思维与存在是同一的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”（τὸ γὰρ αὐτὸ νοεῖν ἐστίν τε καὶ εἶναι）。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什么意思？意思是：能被思想的，就是能存在的；不能被思想的，就不能存在。逻辑可能性 = 本体可能性。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这是一个极其大胆的形而上学公设——它直接把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思想的内在结构当作存在本身的结构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。后世从柏拉图（理念是可思的本质）到黑格尔（思维与存在的同一性）都吃这碗饭。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顺便说一句：你之前讨论过的“维特根斯坦语言界限即世界界限”这个进路，和巴门尼德这句话是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远房亲戚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都把“可言说/可思想”作为“存在”的边界。但维特根斯坦把它当成限制（语言之外有不可说的），巴门尼德把它当成胜利（不可思的就是无）。这正是你那条“语言极限”路径与“辩证法”路径分野的最早源头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7：Ὄν vs Μὴ Ὄν（存在 — 非存在）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从上面那句话，巴门尼德推出：“非存在不存在。”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听起来像同义反复，但杀伤力极大：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如果“非存在不存在”，那“虚空”不存在 → 没有运动空间 → 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运动不可能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如果“非存在不存在”，那“还不是的状态”不存在 → 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变化不可能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（因为变化要求事物从“还不是X”变成“是X”）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如果“非存在不存在”，那存在只能是“一”（因为“多”要求事物之间有“不是”的区分）→ 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多不可能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芝诺四个悖论（飞矢不动、阿喀琉斯追龟等）就是为这一论点提供反证。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巴门尼德留下的烂摊子，是整个后续希腊哲学不得不收拾的：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恩培多克勒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让步：四根本身永恒不变（向巴门尼德低头），但它们的组合分离造成变化（救回常识）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原子论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反击：让“虚空”重新拥有某种存在地位——虚空就是“非存在”，但它“是”——以此为运动腾出空间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柏拉图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在《智者篇》里“弑父巴门尼德”，正面承认“非存在”以某种方式存在（即“相异性”）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所以对立7不是一道考题，而是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整个古典哲学的引擎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古希腊哲学 · 核心二元对立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35624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03504" y="640080"/>
            <a:ext cx="6355080" cy="0"/>
          </a:xfrm>
          <a:prstGeom prst="line">
            <a:avLst/>
          </a:prstGeom>
          <a:noFill/>
          <a:ln w="9525">
            <a:solidFill>
              <a:srgbClr val="DCD3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841248"/>
            <a:ext cx="6355080" cy="928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四、柏拉图—亚里士多德的形而上学搭建（对立 8—12）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C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讲义里柏拉图和亚里士多德这两页看起来很短，但其实他们做的事情是：</a:t>
            </a:r>
            <a:pPr algn="l"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把前面所有遗留问题打包成一个统一的形而上学架构</a:t>
            </a:r>
            <a:pPr algn="l" indent="0" marL="0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080" dirty="0">
                <a:solidFill>
                  <a:srgbClr val="3C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。这套架构由五对概念支撑。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11：Αἴσθησις vs Νοῦς（感性 — 理性）&amp; 对立 12：Φαινόμενον vs Οὐσία（现象 — 本体）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先看这两对，因为它们是柏拉图整个体系的入口。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柏拉图的“二重世界”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就是这两组对立的具体化：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感性（Aisthesis）只能接触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现象（Phainomenon）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——洞穴墙上的影子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理性（Nous）才能把握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本体（Ousia）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——洞穴外的真实事物，即理念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讲义里的“洞穴喻”，本质上就是把对立5（真理—意见）+ 对立11（感性—理性）+ 对立12（现象—本体）画成了一幅画。这三组其实在柏拉图那里是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同一组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对立的三种表述。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10：Καθ' ἕκαστον vs Καθόλου（个别 — 共相）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这一对是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柏拉图与亚里士多德分家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的核心。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你看到一匹具体的马（个别），又看到“马本身”这个概念（共相）。问题是：哪一个更真实？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柏拉图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共相（理念）更真实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。具体的马是对“马的理念”的不完美摹本。马会死，但“马本身”永恒。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亚里士多德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个别（这匹具体的马）更真实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。“马本身”不是飘在天上的独立实体，它只是从无数具体的马里抽出来的共同结构。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这就是亚里士多德“批判柏拉图”那一栏的核心：他要把柏拉图分裂在两个世界的“个别”和“共相”重新粘回一个世界。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8：Μορφή vs Ὕλη（形式 — 质料）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亚里士多德怎么粘？答案是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形质论（hylomorphism）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一块青铜（质料Hyle）被铸成雕像（形式Morphe）。形式不是另一个世界的理念，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它就内在于这块青铜里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。没有无形式的质料，也没有无质料的形式（除了纯形式即神）。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这一对解决了对立10：共相（形式）不在彼岸，而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在个别（具体物）之中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作为其内在结构。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9：Δύναμις vs Ἐνέργεια（潜能 — 现实）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这对解决的是巴门尼德留下的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变化问题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巴门尼德说变化不可能：橡子怎么“变成”橡树？要么橡子已经是橡树（无变化），要么橡子“不是”橡树而变成“是”橡树（违反“非存在不存在”）。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亚里士多德说：橡子里以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潜能（Dynamis）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的方式“是”橡树，长成后以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现实（Energeia）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的方式“是”橡树。变化不是从“无”到“有”，而是从“潜在的有”到“实现的有”。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这是一个绝妙的修辞策略：他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没有否认巴门尼德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（潜能也是某种“是”），但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给了变化以本体论位置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。讲义里“四因说”的“目的因”——橡子的目的就是橡树——也是建立在这个区分上。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古希腊哲学 · 核心二元对立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35624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03504" y="640080"/>
            <a:ext cx="6355080" cy="0"/>
          </a:xfrm>
          <a:prstGeom prst="line">
            <a:avLst/>
          </a:prstGeom>
          <a:noFill/>
          <a:ln w="9525">
            <a:solidFill>
              <a:srgbClr val="DCD3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841248"/>
            <a:ext cx="6355080" cy="928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五、希腊化转向：从“世界是什么”到“我该如何活”（对立 13—16）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80" dirty="0">
                <a:solidFill>
                  <a:srgbClr val="3C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讲义后半部分的关键词是：</a:t>
            </a:r>
            <a:pPr algn="l" indent="0" marL="0">
              <a:lnSpc>
                <a:spcPct val="118000"/>
              </a:lnSpc>
              <a:buNone/>
            </a:pPr>
            <a:r>
              <a:rPr lang="en-US" sz="108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“哲学从城邦公共政治思辨转向个人安身立命”</a:t>
            </a:r>
            <a:pPr algn="l" indent="0" marL="0">
              <a:lnSpc>
                <a:spcPct val="118000"/>
              </a:lnSpc>
              <a:spcBef>
                <a:spcPts val="400"/>
              </a:spcBef>
              <a:spcAft>
                <a:spcPts val="600"/>
              </a:spcAft>
              <a:buNone/>
            </a:pPr>
            <a:r>
              <a:rPr lang="en-US" sz="1080" dirty="0">
                <a:solidFill>
                  <a:srgbClr val="3C3C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。这个转向通过最后四组对立呈现。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13：Ἀνάγκη vs Προαίρεσις（必然 — 自由）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希腊化时代的人面对的世界是：城邦没了、帝国说散就散、自己的命运被宏大力量碾压。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Ananke（必然/宿命）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变成压倒性的体验。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德谟克利特原子论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：一切都是原子机械碰撞的必然结果——彻底的决定论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斯多葛主义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：宇宙逻各斯支配一切，外部事件全是必然，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你的内心判断仍可Prohairesis（自由抉择）——爱比克泰德的核心：区分“在我”与“不在我”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伊壁鸠鲁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：在原子论里偷偷塞入“原子的偏斜”（clinamen），为自由意志保留物理学空间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这一对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今天仍然活着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——它是后来基督教恩典与自由意志之争、近代决定论与自由意志之争、当代脑科学与道德责任之争的源头。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14：Ἀρετή vs Ἡδονή（德性 — 快乐）</a:t>
            </a:r>
            <a:endParaRPr lang="en-US" sz="160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人生最高的善是什么？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苏格拉底/柏拉图/亚里士多德/斯多葛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德性（Arete）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——人之为人的卓越状态、品格的完善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伊壁鸠鲁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快乐（Hedone）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——但要注意，他说的不是放纵享乐，而是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身体无痛苦、心灵不受扰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的稳定状态，所以本质上是一种“高级快乐”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犬儒第欧根尼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：两边都骂——德性要的不是社会承认的“卓越”，快乐也不是感官放纵，而是</a:t>
            </a:r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Autarkeia（自足）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这一对其实暗藏一个更深的问题：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伦理学的基础是“人应当如何”（规范）还是“人实际欲求什么”（事实）？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——这是后来休谟、康德、功利主义之争的源头。</a:t>
            </a:r>
            <a:endParaRPr lang="en-US" sz="1600" dirty="0"/>
          </a:p>
          <a:p>
            <a:pPr algn="l" indent="0" marL="0">
              <a:lnSpc>
                <a:spcPct val="118000"/>
              </a:lnSpc>
              <a:spcBef>
                <a:spcPts val="900"/>
              </a:spcBef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15：Ψυχή vs Σῶμα（灵魂 — 肉体）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这一对最早不是哲学问题，是宗教问题——讲义里讲得很清楚：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俄耳甫斯教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带来灵魂轮回与净化观念，毕达哥拉斯把它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理性化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，柏拉图再把它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哲学化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灵魂在进入肉体前已认识理念（回忆说）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肉体是灵魂的“坟墓”（soma sema）</a:t>
            </a:r>
            <a:endParaRPr lang="en-US" sz="1600" dirty="0"/>
          </a:p>
          <a:p>
            <a:pPr algn="l" marL="177800" indent="-177800">
              <a:lnSpc>
                <a:spcPct val="118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哲学就是练习死亡——让灵魂摆脱肉体回归理念世界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亚里士多德反过来：灵魂不是独立的实体，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灵魂是肉体的形式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（重新用对立8来解决问题）——这是一个非常优雅的内化。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新柏拉图主义则把柏拉图灵魂论推向极致：“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太一 → 理智 → 灵魂 → 物质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”的流溢说，灵魂的使命是逆流而上回归太一。</a:t>
            </a:r>
            <a:endParaRPr lang="en-US" sz="16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讲义最后一页特别讲新柏拉图主义如何影响基督教，本质上就是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Psyche/Soma这对对立被基督教全盘继承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：灵魂不朽、肉体堕落、灵性救赎——直到马丁·路德、笛卡尔、乃至当代的“意识—身体”问题，都活在这条阴影里。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310896"/>
            <a:ext cx="5623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古希腊哲学 · 核心二元对立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135624" y="310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7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603504" y="640080"/>
            <a:ext cx="6355080" cy="0"/>
          </a:xfrm>
          <a:prstGeom prst="line">
            <a:avLst/>
          </a:prstGeom>
          <a:noFill/>
          <a:ln w="9525">
            <a:solidFill>
              <a:srgbClr val="DCD3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841248"/>
            <a:ext cx="6355080" cy="9281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对立 16：Ἐποχή vs Ἀταραξία（悬置判断 — 不动心）</a:t>
            </a:r>
            <a:endParaRPr lang="en-US" sz="125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这是讲义压轴的对立，也最微妙。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怀疑主义皮浪派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的核心论证是：每一个哲学命题都有同样有力的反命题（“独断论者越多，他们越证明真理无法获得”）。于是真正智慧的做法是：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Epoche——悬置判断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，对任何事都不肯定不否定。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但这不是消极的虚无主义——悬置判断的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目的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Ataraxia（不动心、心灵宁静）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。当你不再为“什么是真”焦虑时，你就自由了。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这一对呈现的是一个深刻的悖论结构：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通过放弃认识来达到安顿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它跟你之前讨论过的“理性—逻辑工具失败之后”的处境是一脉相承的——皮浪的姿态可以被读作“语言极限”路径在伦理学层面的早期版本：当Logos工具发现自己无法封闭真理时，正确的回应不是绝望，也不是跳进神秘主义的存在论狂欢，而是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悬置 + 安宁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。这种气质后来在维特根斯坦《逻辑哲学论》末尾“对于不可说的要保持沉默”那里得到了最干净的回响。</a:t>
            </a:r>
            <a:endParaRPr lang="en-US" sz="1250" dirty="0"/>
          </a:p>
          <a:p>
            <a:pPr algn="l" indent="0" marL="0">
              <a:lnSpc>
                <a:spcPct val="118000"/>
              </a:lnSpc>
              <a:spcBef>
                <a:spcPts val="1200"/>
              </a:spcBef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A740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六、底层原理：这16对对立到底揭示了什么？</a:t>
            </a:r>
            <a:endParaRPr lang="en-US" sz="125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把这16组对立连起来看，古希腊哲学的底层原理可以浓缩成三句话：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第一，哲学是Logos试图驯服Mythos、Physis、Hen的过程。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哲学的发生就是把“故事”换成“论证”（对立1）、把“自然现象”还原为“本原”（对立3、4）、把“意见”提升为“知识”（对立5）。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所有古希腊哲学都是这场驯服的不同战役。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第二，Logos在驯服过程中遭遇了自身的极限——这就是巴门尼德的遗产。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一旦你彻底贯彻Logos（思维=存在），你就会发现Logos无法容纳变化、多样、运动。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整个后巴门尼德哲学（原子论、柏拉图、亚里士多德）都是在这道伤口上做缝合手术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：要么把世界切两半（柏拉图的两重世界），要么把对立内化（亚里士多德的形式—质料、潜能—现实），要么承认非存在以某种方式存在（原子论的虚空）。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第三，当公共世界（城邦）崩溃后，这些对立从“宇宙学的”变成“伦理学的”。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一与多变成“我与世界”，必然与自由变成“命运与我的态度”，灵魂与肉体变成“我应当向哪里靠拢”，悬置与不动心变成“在不确定中如何活”。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希腊哲学最终给出的不是一套关于世界的真理，而是一套面对世界的姿态。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换一个角度概括：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这16组对立不是答案，是问题的结构</a:t>
            </a:r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。每一组对立都是一个“应力点”——古希腊每一位重要思想家都可以由他在这16个应力点上的姿态被精确定位。讲义里那一长串名字之所以彼此关联又彼此竞争，是因为他们其实在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共用一套问题清单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，只是给出了不同的答案。</a:t>
            </a:r>
            <a:endParaRPr lang="en-US" sz="125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这也是为什么后来的整个西方哲学（中世纪到黑格尔，再到现象学和分析哲学）都仍然在这16对里打转——它们不是古董，而是哲学这门手艺的</a:t>
            </a:r>
            <a:pPr algn="l" indent="0" marL="0">
              <a:lnSpc>
                <a:spcPct val="118000"/>
              </a:lnSpc>
              <a:buNone/>
            </a:pPr>
            <a:r>
              <a:rPr lang="en-US" sz="1050" b="1" dirty="0">
                <a:solidFill>
                  <a:srgbClr val="1D4E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基础工具箱</a:t>
            </a:r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50" dirty="0"/>
          </a:p>
          <a:p>
            <a:pPr algn="l"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2323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 —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16组核心概念二元对立去看古希腊哲学</dc:title>
  <dc:subject>PptxGenJS Presentation</dc:subject>
  <dc:creator>古希腊哲学</dc:creator>
  <cp:lastModifiedBy>古希腊哲学</cp:lastModifiedBy>
  <cp:revision>1</cp:revision>
  <dcterms:created xsi:type="dcterms:W3CDTF">2026-05-31T15:00:37Z</dcterms:created>
  <dcterms:modified xsi:type="dcterms:W3CDTF">2026-05-31T15:00:37Z</dcterms:modified>
</cp:coreProperties>
</file>